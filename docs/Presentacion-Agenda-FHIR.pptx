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Sistema de Agenda FHIR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44444"/>
                </a:solidFill>
              </a:rPr>
              <a:t>ACME Salud</a:t>
            </a:r>
          </a:p>
          <a:p>
            <a:r>
              <a:rPr sz="1800">
                <a:solidFill>
                  <a:srgbClr val="444444"/>
                </a:solidFill>
              </a:rPr>
              <a:t>Unificacion de agendas con interoperabilidad</a:t>
            </a:r>
          </a:p>
          <a:p>
            <a:r>
              <a:rPr sz="1800">
                <a:solidFill>
                  <a:srgbClr val="444444"/>
                </a:solidFill>
              </a:rPr>
              <a:t>Mayo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Contexto y problema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Solucion propuesta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Arquitectura y stack tecnologico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Recursos FHIR y flujo de agendamiento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Beneficios, costos y roadmap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Contexto del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3 puntos de atencion: Norte, Centro y Sur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4 canales: Web, Movil, Call Center y Ventanilla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6 especialistas de alta demanda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2 aseguradoras en convenio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Problema actual: sistema fragmentado y sin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Unificar el agendamiento en toda la organizacion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Implementar interoperabilidad con FHIR R4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Permitir gestion multicanal en tiempo real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Evitar doble reserva y mejorar trazabilidad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Optimizar uso de agendas medicas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Solucion Tecnica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Servidor FHIR central como punto unico de verdad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API REST para integracion de todos los canales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Validacion estricta de recursos FHIR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Gestion inteligente de slots por cobertura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Auditoria completa de operaciones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Arquitectura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577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07A78"/>
                </a:solidFill>
              </a:rPr>
              <a:t>Canales y Acceso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Web (React)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App movil (Flutter)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Call Center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Ventanilla HIS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API Gateway / nginx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577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07A78"/>
                </a:solidFill>
              </a:rPr>
              <a:t>Nucleo y Datos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FHIR Server (Laravel 11)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OAuth 2.0 + SMART on FHIR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PostgreSQL (JSON/JSONB)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Redis (cache y colas)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Notificaciones y auditoria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Stack Tecnologico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577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07A78"/>
                </a:solidFill>
              </a:rPr>
              <a:t>Backend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PHP 8.2+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Laravel 11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PostgreSQL 15+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Redis 7+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REST API FHIR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577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07A78"/>
                </a:solidFill>
              </a:rPr>
              <a:t>Frontend y Seguridad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React 18 (web)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Flutter 3 (movil)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Prototipo HTML funcional implementado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OAuth 2.0 + SMART on FHIR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HTTPS/TLS 1.3 + cifrado AES-256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11 Recursos FHIR Implementados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Organization, Location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Practitioner, PractitionerRole, HealthcareService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Schedule, Slot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Patient, Coverage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Appointment, AppointmentResponse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Flujo de Agendamiento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1. Busqueda de slots disponibles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2. Validacion de cobertura y duracion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3. Seleccion de fecha y hora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4. Creacion de Appointment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5. Actualizacion del Slot a ocupado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6. Confirmacion y notificaciones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Cronograma de Implementacion (20 semanas)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Duracion</a:t>
                      </a:r>
                    </a:p>
                  </a:txBody>
                  <a:tcPr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Entregable</a:t>
                      </a:r>
                    </a:p>
                  </a:txBody>
                  <a:tcPr>
                    <a:solidFill>
                      <a:srgbClr val="0B3A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Infraestructura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2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Setup Laravel + PostgreSQL + Redis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Recursos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3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Organization, Location, Practitioner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Agendas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3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Schedule, Slot y logica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Citas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3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Patient, Coverage, Appointment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Seguridad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2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OAuth 2.0 y SMART on FHIR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4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Web, movil y canales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Testing +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3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Pruebas, puesta en produccion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Inversion y Costos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77824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Concepto</a:t>
                      </a:r>
                    </a:p>
                  </a:txBody>
                  <a:tcPr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Monto</a:t>
                      </a:r>
                    </a:p>
                  </a:txBody>
                  <a:tcPr>
                    <a:solidFill>
                      <a:srgbClr val="0B3A5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Desarrollo (one-time)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USD 48,000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Infraestructura 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USD 255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Infraestructura 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USD 3,060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ROI estimado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444"/>
                          </a:solidFill>
                        </a:rPr>
                        <a:t>12 a 18 meses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KPIs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Disponibilidad: 99.9% uptime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Tiempo de respuesta: &lt; 500 ms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Tasa de error: &lt; 0.1%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Capacidad: 1000+ usuarios concurrentes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Citas por dia: 200+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Satisfaccion: &gt; 4.5/5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Beneficios Esperados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577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07A78"/>
                </a:solidFill>
              </a:rPr>
              <a:t>Para la Organizacion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Unificacion de agendas en 3 sedes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Reduccion de errores de agendamiento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Mejor uso de recursos medicos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Cumplimiento de estandares FHIR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577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07A78"/>
                </a:solidFill>
              </a:rPr>
              <a:t>Para Pacientes y Personal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Agendamiento 24/7 multicanal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Disponibilidad en tiempo real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Confirmacion y recordatorios automaticos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44444"/>
                </a:solidFill>
              </a:rPr>
              <a:t>• Menor no-show y mejor experiencia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Riesgos y Mitigacion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Adopcion de usuarios -&gt; capacitacion y onboarding por canal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Integraciones externas -&gt; pruebas de contrato y ambientes de staging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Seguridad de datos -&gt; controles OAuth2, cifrado y auditoria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Escalabilidad -&gt; cache Redis, indices y monitoreo continuo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La solucion es tecnica y economicamente viable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FHIR garantiza interoperabilidad futura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La arquitectura es escalable y segura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El proyecto mejora experiencia de pacientes y personal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</a:rPr>
              <a:t>Recomendacion: avanzar con fase 1 de implementacion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0B3A5B"/>
                </a:solidFill>
              </a:rPr>
              <a:t>Preguntas y Respuestas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44444"/>
                </a:solidFill>
              </a:rPr>
              <a:t>Gracias por su atencion</a:t>
            </a:r>
          </a:p>
          <a:p>
            <a:r>
              <a:rPr sz="1800">
                <a:solidFill>
                  <a:srgbClr val="444444"/>
                </a:solidFill>
              </a:rPr>
              <a:t>desarrollo@acmesalud.com</a:t>
            </a:r>
          </a:p>
          <a:p>
            <a:r>
              <a:rPr sz="1800">
                <a:solidFill>
                  <a:srgbClr val="444444"/>
                </a:solidFill>
              </a:rPr>
              <a:t>www.acmesalud.com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</a:rPr>
              <a:t>Agenda FHIR - ACME Salud | 04/05/2026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